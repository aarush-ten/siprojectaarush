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deterministic working prototype. No LLM, backend-graded assessment, translation coverage or pilot outcome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is a hypothesis from the project brief. Do not substitute fabricated population/survey/placement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Architecture: Next.js → FastAPI → pure matching/planning; SQLite stores public catalogs; localStorage stores guest progress. Source and scoring disclosures are in docs/architecture.md and docs/data-sources.md.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Costs exclude engineering time, devices, connectivity, supervision and support. Vercel Hobby and Render Free have usage/cold-start limits. Public deployment has not been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measures: consent/date/sample size, completion rate, time to roadmap, comprehension, usefulness, task completion and working-link rate. All are planned,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Applicant: Aarush Tendulkar; Team Lead, CYBERSTARS; team size 1. General Category, Education and Employability. Contact remains null; verify mandatory contact and qualification fields directly with the applicant. Guidance experts belong to the database, not the project roster. Organizer page asks PPTX while downloaded template asks PDF ≤10MB; follow the actual portal upload control. Source: https://www.sevainnovationchallenge.in/guidelines.html checked 25 Oct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REFERENCE PITCH DECK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2800">
                <a:solidFill>
                  <a:srgbClr val="FFFFFF"/>
                </a:solidFill>
                <a:latin typeface="Arial"/>
              </a:rPr>
              <a:t>PathForge AI | CYBERSTARS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FFFFFF"/>
                </a:solidFill>
                <a:latin typeface="Arial"/>
              </a:rPr>
              <a:t>Career pathways that respect a student's skills, time, device and budget.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300">
                <a:solidFill>
                  <a:srgbClr val="FFFFFF"/>
                </a:solidFill>
                <a:latin typeface="Arial"/>
              </a:rPr>
              <a:t>Working local prototype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298448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050">
                <a:solidFill>
                  <a:srgbClr val="FFFFFF"/>
                </a:solidFill>
                <a:latin typeface="Arial"/>
              </a:rPr>
              <a:t>12 careers · 36 skills</a:t>
            </a:r>
            <a:endParaRPr lang="en-US" sz="1050" b="1" dirty="0"/>
          </a:p>
          <a:p>
            <a:r>
              <a:rPr sz="1050">
                <a:solidFill>
                  <a:srgbClr val="FFFFFF"/>
                </a:solidFill>
                <a:latin typeface="Arial"/>
              </a:rPr>
              <a:t>33 checked learning references</a:t>
            </a:r>
          </a:p>
          <a:p>
            <a:r>
              <a:rPr sz="1050">
                <a:solidFill>
                  <a:srgbClr val="FFFFFF"/>
                </a:solidFill>
                <a:latin typeface="Arial"/>
              </a:rPr>
              <a:t>Explained matching and weekly plans</a:t>
            </a:r>
          </a:p>
          <a:p>
            <a:r>
              <a:rPr sz="1050">
                <a:solidFill>
                  <a:srgbClr val="FFFFFF"/>
                </a:solidFill>
                <a:latin typeface="Arial"/>
              </a:rPr>
              <a:t>Progress saved on the student's browser</a:t>
            </a:r>
          </a:p>
          <a:p/>
          <a:p>
            <a:r>
              <a:rPr sz="1050">
                <a:solidFill>
                  <a:srgbClr val="FFFFFF"/>
                </a:solidFill>
                <a:latin typeface="Arial"/>
              </a:rPr>
              <a:t>AI, quizzes and translations are planned; they are not implemented.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512064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General | Education &amp; Employability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Working prototype: Phases 1–2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Aarush Tendulkar | CYBERSTARS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Local demonstration; public deployment pending</a:t>
            </a:r>
          </a:p>
        </p:txBody>
      </p:sp>
      <p:pic>
        <p:nvPicPr>
          <p:cNvPr id="21" name="Picture 20" descr="roadmap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66160"/>
            <a:ext cx="2468880" cy="13887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Problem hypothesis: career advice should account for practical learning constraints.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Students may know a career goal but struggle to connect current skills with realistic next steps. A useful plan needs to reflect time, device access and budget.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Intended users: diploma, ITI, undergraduate and first-generation job seekers in Maharashtra and similar regions. No measured beneficiary count is claimed.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No student interviews or field pilot yet. Problem and curriculum assumptions require local review. Current evidence is a working prototype and automated checks.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Hypothesis to test: generic plans can overlook device access, prerequisite skills and available study hours. No competitor cost or speed benchmark has been performed.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Arial"/>
              </a:rPr>
              <a:t>Not measured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50">
                <a:solidFill>
                  <a:srgbClr val="FFFFFF"/>
                </a:solidFill>
                <a:latin typeface="Arial"/>
              </a:rPr>
              <a:t>Target reach is to be established through a consenting pilot.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Arial"/>
              </a:rPr>
              <a:t>Aim: make the next learning step understandable and feasible without promising a job.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Built: guest onboarding → explained matches → career gaps → weekly roadmap → local progress.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A Next.js interface and FastAPI service calculate career matches with transparent rules. The planner schedules prerequisites, free references and activities within weekly hours, with explicit device limitations.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Skills, interests, time, budget and device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Weighted matching + prerequisite planning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Three paths, exact gaps and weekly tasks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to validate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Current prototype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Cost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paid API calls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Speed / time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Weekly hours constrained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Reach / access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Guest; phone limits explicit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Ease of use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 benchmarked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Explained scores; pilot planned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Same SOC goal: 6h/week + laptop gives 4 illustrative weeks; 4h/week + phone gives 6 weeks and theory alternatives. This is a design mechanism, not a validated novelty or patent claim.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Working locally; public hosting and human validation remain pending.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✓ 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Next.js + TypeScript, FastAPI + Pydantic, SQLite/SQLAlchemy/Alembic. No LLM API. Browser-local progress. Expert administration and a gated public directory are implemented. See the verification record for current test counts.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Current demo: zero paid API calls; free public reading references. Free hosting is conditional on provider limits, not an always-on guarantee. Pilot staffing/device costs are not yet quoted.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Proposed: 3 months—review mappings and a small consenting pilot; 6 months—evaluate usefulness and refine; 12 months—consider expansion if evidence supports it. These are targets, not completed milestones.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No adoption or institutional partner confirmed. Seeking educators/counsellors for curriculum review and access to consenting students for a pilot.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3E38"/>
                </a:solidFill>
                <a:latin typeface="Arial"/>
              </a:rPr>
              <a:t>Intended impact; outcomes have not yet been measured.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Pilot planned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Beneficiaries reached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5–10 consenting students proposed; not recruited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Not measured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cost /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No baseline time/cost comparison yet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173E38"/>
                </a:solidFill>
                <a:latin typeface="Arial"/>
              </a:rPr>
              <a:t>Not measured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Jobs or livelihoods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900">
                <a:solidFill>
                  <a:srgbClr val="173E38"/>
                </a:solidFill>
                <a:latin typeface="Arial"/>
              </a:rPr>
              <a:t>No placement or job-creation claim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Aim: clearer career exploration for students with different devices, study hours and budgets. Phone alternatives support theory; practical work still needs appropriate access.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Current prototype avoids paid AI. Longer-term hosting, maintenance and curriculum review need a sustainable sponsor/institution model; no revenue or funding is claimed.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00">
                <a:solidFill>
                  <a:srgbClr val="173E38"/>
                </a:solidFill>
                <a:latin typeface="Arial"/>
              </a:rPr>
              <a:t>Start with local curriculum review. Track explanation comprehension, usefulness (1–5), task completion and resource availability, then expand only after reviewing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CYBERSTARS | Aarush Tendulkar, Team Lead | Team size: 1. Guidance experts are separate.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FFFFFF"/>
                </a:solidFill>
                <a:latin typeface="Arial"/>
              </a:rPr>
              <a:t>No photo supplied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Aarush Tendulkar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00">
                <a:solidFill>
                  <a:srgbClr val="FFFFFF"/>
                </a:solidFill>
                <a:latin typeface="Arial"/>
              </a:rPr>
              <a:t>Team Lead | CYBERSTARS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93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FFFFFF"/>
                </a:solidFill>
                <a:latin typeface="Arial"/>
              </a:rPr>
              <a:t>Qualification: to be confirmed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FFFFFF"/>
                </a:solidFill>
                <a:latin typeface="Arial"/>
              </a:rPr>
              <a:t>Mentor / institutional partner: none confirmed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mentorship and curriculum review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access to a consenting local pilot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Funding needs: not quoted; define after pilot design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Incubation: optional future support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050">
                <a:solidFill>
                  <a:srgbClr val="173E38"/>
                </a:solidFill>
                <a:latin typeface="Arial"/>
              </a:rPr>
              <a:t>Requested: accessibility and evaluation guidance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950">
                <a:solidFill>
                  <a:srgbClr val="173E38"/>
                </a:solidFill>
                <a:latin typeface="Arial"/>
              </a:rPr>
              <a:t>Support would help test usefulness and feasibility with students before making impact or readiness claims.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rial"/>
              </a:rPr>
              <a:t>Contact:  | Public demo URL: pending deployment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457200" y="2651760"/>
            <a:ext cx="42062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>
                <a:solidFill>
                  <a:srgbClr val="FFFFFF"/>
                </a:solidFill>
                <a:latin typeface="Arial"/>
              </a:rPr>
              <a:t>Project team: Aarush Tendulkar, Team Lead. Team size: 1.</a:t>
            </a:r>
          </a:p>
          <a:p>
            <a:r>
              <a:rPr sz="1200">
                <a:solidFill>
                  <a:srgbClr val="FFFFFF"/>
                </a:solidFill>
                <a:latin typeface="Arial"/>
              </a:rPr>
              <a:t>Student guidance experts are managed separately in the application. No experts or institutional partners are 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